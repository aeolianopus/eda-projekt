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83A4459-AED5-46F0-940B-4DF6AFBF33E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26B200-D5A9-48CD-A164-CEC84DC16F1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52E7F2-7562-4E25-BA76-4B248EFFAB4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5E9D70-5A2E-4F34-B8BD-84A4CDB21B1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1342FB-6356-4622-9442-1533F015541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10C531-4D2A-4621-8046-EFC936D1AC2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704D1-DBE1-4F87-8228-C12066BA525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FD5CA7-6D84-4E63-8880-6B99C96D8D1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96B3F8-224E-4127-8810-13AD36137F1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446F6E-3337-4D23-AE28-D1DCC4EA07C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75C950-629C-4721-9E77-A96B8C26D57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F17686-964B-4ABF-97AD-BB90395B843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21D4B5-2308-4C67-A9EE-7D96294E22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ACC233-2CB2-4003-AB68-6775FF3E001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output_images/1977_ferrari_308_gtb_10.jpg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457200" y="1371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Datarening och EDA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457200" y="21945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 av Automobile Dataset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457200" y="38404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Nicklas Skoglund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Constantine Diamantis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Jensen Yrkeshögskola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Dataset &amp; Syfte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57200" y="1097280"/>
            <a:ext cx="4114440" cy="347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40080" y="12801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📊 Dataset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40080" y="1828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Källa: </a:t>
            </a: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Kaggle Automobile Dataset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21945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Storlek: </a:t>
            </a: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205 rader, 26 variabler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640080" y="25603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Typ: </a:t>
            </a: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Numeriska &amp; kategoriska variabler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40080" y="2926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Target: </a:t>
            </a: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price (bilpris i USD)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40080" y="329184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Problem: </a:t>
            </a: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Saknade värden, fel datatypes, outliers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4754880" y="1097280"/>
            <a:ext cx="3931560" cy="347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4937760" y="12801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🎯 Syfte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4937760" y="1920240"/>
            <a:ext cx="34743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Utforska data genom EDA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Identifiera faktorer som påverkar bilpriser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Testa statistiska hypoteser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Bygga prediktiv regressionsmodell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Berätta en datadriven story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Datarening: Problem Identifierade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57200" y="10058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🔍 Identifierade Problem: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457200" y="1554480"/>
            <a:ext cx="4114440" cy="2377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640080" y="1737360"/>
            <a:ext cx="3657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1. Saknade värden ('?')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   • normalized-losses: 41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   • price: 4, bore: 4, stroke: 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2. Fel datatypes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   • price, horsepower = str → float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3. Outliers i price, horsepower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4. Inkonsekventa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4754880" y="1554480"/>
            <a:ext cx="3931560" cy="237708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4937760" y="17373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Kod: Hitta saknade värden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4937760" y="2103120"/>
            <a:ext cx="35658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# Ersätt '?' med NaN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df_clean = df.replace('?', np.nan)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# Kolla saknade värden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print(df_clean.isnull().sum())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457200" y="4114800"/>
            <a:ext cx="8229240" cy="6397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640080" y="42062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💡 Insikt: </a:t>
            </a: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Data är INTE redo för analys. '?' istället för NaN, fel datatypes och saknade värden måste åtgärdas innan statistisk analys kan utföras.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Datarening: Lösningar &amp; Resultat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457200" y="100584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✅ Åtgärder: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457200" y="1463040"/>
            <a:ext cx="4114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1. Ta bort rader där price saknas (4 st)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2. Konvertera till numeriska datatypes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3. Imputera median för numeriska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4. Imputera mode för kategoriska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5. Behåll outliers (legitima värden)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457200" y="3200400"/>
            <a:ext cx="4114440" cy="109692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640080" y="338328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# Imputera median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for col in numeric_cols: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    median = df_clean[col].median()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    df_clean[col] = df_clean[col].fillna(median)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4754880" y="1005840"/>
            <a:ext cx="3931560" cy="2102760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4937760" y="1188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📊 RESULTAT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4937760" y="182880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Original: 205 rader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Renad: 201 rader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Saknade värden: 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4754880" y="3291840"/>
            <a:ext cx="3931560" cy="10054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4937760" y="342900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💡 Varför median? </a:t>
            </a:r>
            <a:r>
              <a:rPr b="0" lang="en-US" sz="11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Median är robust mot outliers (jämfört med mean). För price tog vi bort rader - man imputerar INTE target-variabler då det skapar artificiell data som modellen ska förutsäga.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EDA: Price Distribution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0" descr="output_images/01_price_distribution.png"/>
          <p:cNvPicPr/>
          <p:nvPr/>
        </p:nvPicPr>
        <p:blipFill>
          <a:blip r:embed="rId1"/>
          <a:stretch/>
        </p:blipFill>
        <p:spPr>
          <a:xfrm>
            <a:off x="457200" y="1097280"/>
            <a:ext cx="822924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Shape 2"/>
          <p:cNvSpPr/>
          <p:nvPr/>
        </p:nvSpPr>
        <p:spPr>
          <a:xfrm>
            <a:off x="457200" y="4114800"/>
            <a:ext cx="8229240" cy="8226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640080" y="425196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💡 Insikt: </a:t>
            </a: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Right-skewed fördelning - de flesta bilar är billiga ($5-15k), några få lyxbilar ($30-45k). Mean ($13,207) &gt; Median ($10,295).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EDA: Korrelation med Price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output_images/02_correlation.png"/>
          <p:cNvPicPr/>
          <p:nvPr/>
        </p:nvPicPr>
        <p:blipFill>
          <a:blip r:embed="rId1"/>
          <a:stretch/>
        </p:blipFill>
        <p:spPr>
          <a:xfrm>
            <a:off x="457200" y="1097280"/>
            <a:ext cx="822924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Shape 2"/>
          <p:cNvSpPr/>
          <p:nvPr/>
        </p:nvSpPr>
        <p:spPr>
          <a:xfrm>
            <a:off x="457200" y="4114800"/>
            <a:ext cx="8229240" cy="8226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640080" y="425196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💡 Starka korrelationer: </a:t>
            </a: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engine-size (0.87), curb-weight (0.83), horsepower (0.82). Negativ: highway-mpg (-0.70). Story: Större, kraftfullare bilar = dyrare men sämre bränsleekonomi.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EDA: Relationer (Scatter Plots)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0" descr="output_images/03_scatter_plots.png"/>
          <p:cNvPicPr/>
          <p:nvPr/>
        </p:nvPicPr>
        <p:blipFill>
          <a:blip r:embed="rId1"/>
          <a:stretch/>
        </p:blipFill>
        <p:spPr>
          <a:xfrm>
            <a:off x="274320" y="914400"/>
            <a:ext cx="859500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Shape 2"/>
          <p:cNvSpPr/>
          <p:nvPr/>
        </p:nvSpPr>
        <p:spPr>
          <a:xfrm>
            <a:off x="457200" y="4572000"/>
            <a:ext cx="8229240" cy="4568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640080" y="461772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💡 Insikt: </a:t>
            </a: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Tydliga LINJÄRA samband! Perfekt för linjär regression. Highway-mpg visar negativ korrelation - bränslesnåla bilar är billigare.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EDA: Kategoriska Variabler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output_images/04_categorical_analysis.png"/>
          <p:cNvPicPr/>
          <p:nvPr/>
        </p:nvPicPr>
        <p:blipFill>
          <a:blip r:embed="rId1"/>
          <a:stretch/>
        </p:blipFill>
        <p:spPr>
          <a:xfrm>
            <a:off x="274320" y="914400"/>
            <a:ext cx="548604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Image 1" descr="output_images/1977_ferrari_308_gtb_12.jpg"/>
          <p:cNvSpPr/>
          <p:nvPr/>
        </p:nvSpPr>
        <p:spPr>
          <a:xfrm>
            <a:off x="6217920" y="1097280"/>
            <a:ext cx="2559960" cy="25599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6217920" y="37947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7f8c8d"/>
                </a:solidFill>
                <a:effectLst/>
                <a:uFillTx/>
                <a:latin typeface="Calibri"/>
                <a:ea typeface="Calibri"/>
              </a:rPr>
              <a:t>Ferrari 308 GTB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"/>
          <p:cNvSpPr/>
          <p:nvPr/>
        </p:nvSpPr>
        <p:spPr>
          <a:xfrm>
            <a:off x="457200" y="4572000"/>
            <a:ext cx="8229240" cy="4568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640080" y="461772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💡 Insikt: </a:t>
            </a: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Body-style spelar roll! Convertible/Hardtop dyrast (~$22k), Hatchback billigast (~$10k). Fler cylindrar = högre pris.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Hypotestestning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457200" y="1097280"/>
            <a:ext cx="4114440" cy="164556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640080" y="1280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✅ ANOVA: body-style vs price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640080" y="164592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F-statistic: 9.13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p-value: 0.0000 (&lt; 0.05)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Resultat: SIGNIFIKANT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4754880" y="1097280"/>
            <a:ext cx="3931560" cy="164556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4937760" y="12801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c62828"/>
                </a:solidFill>
                <a:effectLst/>
                <a:uFillTx/>
                <a:latin typeface="Calibri"/>
                <a:ea typeface="Calibri"/>
              </a:rPr>
              <a:t>❌ T-test: gas vs diesel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4937760" y="164592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T-statistic: -1.57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p-value: 0.1190 (&gt; 0.05)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62828"/>
                </a:solidFill>
                <a:effectLst/>
                <a:uFillTx/>
                <a:latin typeface="Calibri"/>
                <a:ea typeface="Calibri"/>
              </a:rPr>
              <a:t>Resultat: EJ SIGNIFIKANT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457200" y="2926080"/>
            <a:ext cx="8229240" cy="13712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640080" y="3108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Kod: ANOVA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640080" y="347472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from scipy import stats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body_groups = [df_clean[df_clean['body-style'] == style]['price'].values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               for style in df_clean['body-style'].unique()]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00"/>
                </a:solidFill>
                <a:effectLst/>
                <a:uFillTx/>
                <a:latin typeface="Consolas"/>
                <a:ea typeface="Consolas"/>
              </a:rPr>
              <a:t>f_stat, p_value = stats.f_oneway(*body_groups)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457200" y="4434840"/>
            <a:ext cx="8229240" cy="5482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640080" y="45262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💡 Insikt: </a:t>
            </a: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Body-style påverkar price statistiskt (p &lt; 0.001). Fuel-type påverkar INTE signifikant - troligen för få diesel-bilar i datasetet (endast 20 av 201).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Linjär Regression: Price vs Engine-Size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0" descr="output_images/05_regression.png"/>
          <p:cNvPicPr/>
          <p:nvPr/>
        </p:nvPicPr>
        <p:blipFill>
          <a:blip r:embed="rId1"/>
          <a:stretch/>
        </p:blipFill>
        <p:spPr>
          <a:xfrm>
            <a:off x="457200" y="1097280"/>
            <a:ext cx="502884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Shape 2"/>
          <p:cNvSpPr/>
          <p:nvPr/>
        </p:nvSpPr>
        <p:spPr>
          <a:xfrm>
            <a:off x="5669280" y="1097280"/>
            <a:ext cx="3017160" cy="2742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5852160" y="1280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📈 Modell Resultat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5852160" y="1828800"/>
            <a:ext cx="2742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R² = 0.761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76.1% av variationen förklarad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Ekvation: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Price = -7963 + 167 × engine-size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MSE: 15,021,126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RMSE: $3,876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Tolkning: Varje enhet ökning i engine-size → +$167 i price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457200" y="4023360"/>
            <a:ext cx="8229240" cy="6854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640080" y="411480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💡 Insikt: </a:t>
            </a:r>
            <a:r>
              <a:rPr b="0" lang="en-US" sz="12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Stark modell! R² = 0.76 betyder att 76% av prisvariationen förklaras av engine-size ENSAM. RMSE = $3,876 är acceptabelt för bilpriser (genomsnittligt fel). F-statistic p &lt; 0.001 = modellen är mycket signifikant.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Regression: Residual-analys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output_images/06_residual_analysis.png"/>
          <p:cNvPicPr/>
          <p:nvPr/>
        </p:nvPicPr>
        <p:blipFill>
          <a:blip r:embed="rId1"/>
          <a:stretch/>
        </p:blipFill>
        <p:spPr>
          <a:xfrm>
            <a:off x="457200" y="1097280"/>
            <a:ext cx="822924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Shape 2"/>
          <p:cNvSpPr/>
          <p:nvPr/>
        </p:nvSpPr>
        <p:spPr>
          <a:xfrm>
            <a:off x="457200" y="4114800"/>
            <a:ext cx="8229240" cy="8226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640080" y="425196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✅ Modellen validerad: </a:t>
            </a: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Residuals har mean ≈ 0 (opartisk), följer normalfördelning (Q-Q plot), slumpmässig spridning (residual plot). Alla linjär regressions antaganden uppfyllda!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457200" y="137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Slutsatser &amp; Insikter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457200" y="10058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🎯 Huvudinsikter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640080" y="1554480"/>
            <a:ext cx="78634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Pris drivs av storlek &amp; kraft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• Engine-size, curb-weight, horsepower = starkaste faktorerna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• Större motor = +$167 per enhet i genomsnitt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Karosstyp spelar roll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• Convertible/Hardtop dyrast (~$22k), Hatchback billigast (~$10k)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• Statistiskt signifikant skillnad (ANOVA p &lt; 0.001)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Bränsleekonomi vs pris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• Negativ korrelation: Bättre MPG = lägre pris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• Kraftfulla bilar förbrukar mer bränsle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Modellprestanda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• R² = 0.76 → Stark prediktiv förmåga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c3e50"/>
                </a:solidFill>
                <a:effectLst/>
                <a:uFillTx/>
                <a:latin typeface="Calibri"/>
                <a:ea typeface="Calibri"/>
              </a:rPr>
              <a:t>• RMSE = $3,876 → Acceptabelt fel för bilpriser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 0" descr="output_images/1977_ferrari_308_gtb_35.jpg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-3240" y="-14904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0"/>
          <p:cNvSpPr/>
          <p:nvPr/>
        </p:nvSpPr>
        <p:spPr>
          <a:xfrm>
            <a:off x="457200" y="18288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Tack för er uppmärksamhet!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457200" y="292608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Frågor?</a:t>
            </a:r>
            <a:br>
              <a:rPr sz="3200"/>
            </a:b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Nicklas Skoglund &amp; Constantine Diamantis</a:t>
            </a:r>
            <a:br>
              <a:rPr sz="2000"/>
            </a:br>
            <a:br>
              <a:rPr sz="2000"/>
            </a:br>
            <a:r>
              <a:rPr b="0" lang="en-US" sz="14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Jensen Yrkeshögskola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LibreOffice/25.8.2.2$Windows_X86_64 LibreOffice_project/d401f2107ccab8f924a8e2df40f573aab7605b6f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2026-04-15T11:01:22Z</dcterms:created>
  <dc:creator>Nicklas Skoglund &amp; Constantine Diamantis</dc:creator>
  <dc:description/>
  <dc:language>en-US</dc:language>
  <cp:lastModifiedBy/>
  <dcterms:modified xsi:type="dcterms:W3CDTF">2026-04-15T13:10:17Z</dcterms:modified>
  <cp:revision>2</cp:revision>
  <dc:subject>PptxGenJS Presentation</dc:subject>
  <dc:title>Datarening och EDA: Automobile Dataset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